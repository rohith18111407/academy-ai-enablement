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RAG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Knowledge Assistant</a:t>
            </a:r>
          </a:p>
          <a:p>
            <a:r>
              <a:t>Retrieve • Augment • Generate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Employees query internal documents</a:t>
            </a:r>
          </a:p>
          <a:p>
            <a:r>
              <a:t>Policies, SOPs, Project 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Retrieval-Augmented Generation</a:t>
            </a:r>
          </a:p>
          <a:p>
            <a:r>
              <a:t>Reduces hallucinations</a:t>
            </a:r>
          </a:p>
          <a:p>
            <a:r>
              <a:t>Grounded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API → Retrieve → Augment → Generate →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Gateway</a:t>
            </a:r>
          </a:p>
          <a:p>
            <a:r>
              <a:t>Lambda</a:t>
            </a:r>
          </a:p>
          <a:p>
            <a:r>
              <a:t>Bedrock</a:t>
            </a:r>
          </a:p>
          <a:p>
            <a:r>
              <a:t>OpenSearch</a:t>
            </a:r>
          </a:p>
          <a:p>
            <a:r>
              <a:t>S3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Embeddings via Bedrock</a:t>
            </a:r>
          </a:p>
          <a:p>
            <a:r>
              <a:t>Vector search using OpenSearch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+ context sent to LLM</a:t>
            </a:r>
          </a:p>
          <a:p>
            <a:r>
              <a:t>Claude / Titan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Docs uploaded to S3</a:t>
            </a:r>
          </a:p>
          <a:p>
            <a:r>
              <a:t>Lambda chunks &amp; indexes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Secrets Manager</a:t>
            </a:r>
          </a:p>
          <a:p>
            <a:r>
              <a:t>CloudWatch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</a:t>
            </a:r>
          </a:p>
          <a:p>
            <a:r>
              <a:t>Secure</a:t>
            </a:r>
          </a:p>
          <a:p>
            <a:r>
              <a:t>Cost-efficient</a:t>
            </a:r>
          </a:p>
          <a:p>
            <a:r>
              <a:t>Accurate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